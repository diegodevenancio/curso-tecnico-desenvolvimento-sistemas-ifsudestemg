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2A540-EFD4-7125-A273-3D52B1B99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16112-65CC-2B88-2A19-65DC69506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469E6-3F33-9E82-7C10-0656863B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E7C5-4DBD-4275-8A1B-A7DEE8B8AAE0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B71B8-866B-2A7C-5FC6-C7160E9B8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F1855-697A-C2A9-2F23-15FA4669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106D-1F20-471A-84F0-5604939CF6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6483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D4BF-D097-E434-0369-64554F50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01C3-62B3-9BA1-4E36-635B0DF26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6661-4DE7-E4FE-0E28-19CE550AD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E7C5-4DBD-4275-8A1B-A7DEE8B8AAE0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9D498-6F79-BBB7-14E9-2C2C17C4E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5B895-64EF-C370-124D-8288097CC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106D-1F20-471A-84F0-5604939CF6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4589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6032-F34C-D011-C57A-00DADDE39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D336-B143-6B99-CA08-6497C6257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15908-302C-B582-6311-0DC776054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E7C5-4DBD-4275-8A1B-A7DEE8B8AAE0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9389B-070E-061B-2F9B-2D7C3912F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CF136-979F-DF76-4940-E76580EA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106D-1F20-471A-84F0-5604939CF6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405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882E-7C0C-2F75-70F7-88079A4E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D42D-6D2B-4D51-8F7F-D6D5EADF1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894DD-B4CC-2DED-2EAE-555D22BB9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547AA-6689-F012-6F92-12B7DDCBC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E7C5-4DBD-4275-8A1B-A7DEE8B8AAE0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16053-5EBA-6B62-BE92-3F0153F2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A1036-7E30-878B-2AA5-1F9F6E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106D-1F20-471A-84F0-5604939CF6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91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811E-A5F5-CB0F-5AFA-AF97998F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1FDF1-5223-A4FC-21CA-FD1CDEC42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85D50-B200-A92A-E5A0-1BFDE0994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FE81B-933D-06EA-A01A-5590540AF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09E273-D411-46F2-6037-199885DBD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4190B-F532-9A38-E382-EB4EB2D82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E7C5-4DBD-4275-8A1B-A7DEE8B8AAE0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3BD270-9FEF-D81C-22EB-EAF32A65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648C82-6083-D537-59F8-662D55D06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106D-1F20-471A-84F0-5604939CF6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93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07D8F-E22A-34C5-2795-45624951E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FACED-904F-879C-AE43-05EA61448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E7C5-4DBD-4275-8A1B-A7DEE8B8AAE0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F0A7F-E7B6-3E6C-4C5A-6357B40C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966E5-2F45-69CA-C89E-C34DB81D9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106D-1F20-471A-84F0-5604939CF6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993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2D11A-8C56-CD4B-C575-DE4C3567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E7C5-4DBD-4275-8A1B-A7DEE8B8AAE0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F23BE4-A67A-90C0-3E54-8DE0819C1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9ECB0-9D2B-882E-6756-5B98EAC7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106D-1F20-471A-84F0-5604939CF6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89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DD737-70FA-A6DB-55F5-0B123E523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1C7FC-AE1C-566E-E4C9-46F87C744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62BFA-F503-9C0F-63F5-8C3537140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BC43C-1727-A7D0-92B0-1ABFF330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E7C5-4DBD-4275-8A1B-A7DEE8B8AAE0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AC3D9-1F02-ED10-DDA4-619C54B34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2F0A3-A02F-B82D-A0E5-FA5BA6E3A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106D-1F20-471A-84F0-5604939CF6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285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D80C-60E3-E497-E264-DF8123F69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6ADA35-BAB3-B5D6-C8C5-E7FEE9020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F22DC-150C-B83A-2445-93182A00E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55707-65DD-35A3-38FA-9A2DC961A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E7C5-4DBD-4275-8A1B-A7DEE8B8AAE0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2540D-E7F9-C79D-727F-FB0E013A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04323-1DAE-A4FC-D04E-77D288EE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106D-1F20-471A-84F0-5604939CF6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47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88A18-6C91-AE61-6C58-0442B3E50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B1C6D-7BBD-9A69-5B64-13F1419C6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0A083-366E-23CF-FBA2-8C879D70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E7C5-4DBD-4275-8A1B-A7DEE8B8AAE0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C6E36-0420-BC3A-0D97-4E16DF1EC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8D20D-E3D3-4B1F-573D-242D7F8FE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106D-1F20-471A-84F0-5604939CF6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80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7BBB7A-0C70-43B5-2ECF-CA86891E0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9D49F-657F-47B2-1202-6481F8064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47BFE-01EC-E448-C793-11059112B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E7C5-4DBD-4275-8A1B-A7DEE8B8AAE0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0484C-2415-A5DD-243B-C0A92F725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64539-1147-1238-690A-D9CEA0DF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106D-1F20-471A-84F0-5604939CF6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7896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6A84F1-C727-4DE7-9E2E-E66379F3E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17DF6-9366-9198-265A-0947E728D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8E159-4E12-25BE-424F-86DC1DFDE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3E7C5-4DBD-4275-8A1B-A7DEE8B8AAE0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3C89E-3F24-E8DD-B48E-5473CD7A0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8F0B4-1959-2F16-C311-7A6B43E8EB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3106D-1F20-471A-84F0-5604939CF6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136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193957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rPr dirty="0" err="1"/>
              <a:t>Atividade</a:t>
            </a:r>
            <a:r>
              <a:rPr dirty="0"/>
              <a:t> </a:t>
            </a:r>
            <a:r>
              <a:rPr dirty="0" err="1"/>
              <a:t>prática</a:t>
            </a:r>
            <a:r>
              <a:rPr dirty="0"/>
              <a:t> – Página Web </a:t>
            </a:r>
            <a:r>
              <a:rPr dirty="0" err="1"/>
              <a:t>interativa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353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Utilize HTML + CSS + JavaScript para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pequena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Web </a:t>
            </a:r>
            <a:r>
              <a:rPr dirty="0" err="1"/>
              <a:t>interativa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A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deverá</a:t>
            </a:r>
            <a:r>
              <a:rPr dirty="0"/>
              <a:t> </a:t>
            </a:r>
            <a:r>
              <a:rPr dirty="0" err="1"/>
              <a:t>conter</a:t>
            </a:r>
            <a:r>
              <a:rPr dirty="0"/>
              <a:t>: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rPr dirty="0"/>
              <a:t>Uma </a:t>
            </a:r>
            <a:r>
              <a:rPr dirty="0" err="1"/>
              <a:t>estrutura</a:t>
            </a:r>
            <a:r>
              <a:rPr dirty="0"/>
              <a:t> HTML </a:t>
            </a:r>
            <a:r>
              <a:rPr dirty="0" err="1"/>
              <a:t>organizada</a:t>
            </a:r>
            <a:r>
              <a:rPr dirty="0"/>
              <a:t>.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rPr dirty="0" err="1"/>
              <a:t>Estilos</a:t>
            </a:r>
            <a:r>
              <a:rPr dirty="0"/>
              <a:t> CSS </a:t>
            </a:r>
            <a:r>
              <a:rPr dirty="0" err="1"/>
              <a:t>básicos</a:t>
            </a:r>
            <a:r>
              <a:rPr dirty="0"/>
              <a:t>.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rPr dirty="0"/>
              <a:t>Pelo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variável</a:t>
            </a:r>
            <a:r>
              <a:rPr dirty="0"/>
              <a:t> 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função</a:t>
            </a:r>
            <a:r>
              <a:rPr dirty="0"/>
              <a:t> JavaScript.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rPr dirty="0"/>
              <a:t>Um </a:t>
            </a:r>
            <a:r>
              <a:rPr dirty="0" err="1"/>
              <a:t>botão</a:t>
            </a:r>
            <a:r>
              <a:rPr dirty="0"/>
              <a:t> com </a:t>
            </a:r>
            <a:r>
              <a:rPr dirty="0" err="1"/>
              <a:t>evento</a:t>
            </a:r>
            <a:r>
              <a:rPr dirty="0"/>
              <a:t> de clique.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rPr dirty="0" err="1"/>
              <a:t>Alguma</a:t>
            </a:r>
            <a:r>
              <a:rPr dirty="0"/>
              <a:t> </a:t>
            </a:r>
            <a:r>
              <a:rPr dirty="0" err="1"/>
              <a:t>alteração</a:t>
            </a:r>
            <a:r>
              <a:rPr dirty="0"/>
              <a:t> no </a:t>
            </a:r>
            <a:r>
              <a:rPr dirty="0" err="1"/>
              <a:t>conteúdo</a:t>
            </a:r>
            <a:r>
              <a:rPr dirty="0"/>
              <a:t> da </a:t>
            </a:r>
            <a:r>
              <a:rPr dirty="0" err="1"/>
              <a:t>página</a:t>
            </a:r>
            <a:r>
              <a:rPr dirty="0"/>
              <a:t>.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rPr dirty="0"/>
              <a:t>Um </a:t>
            </a:r>
            <a:r>
              <a:rPr dirty="0" err="1"/>
              <a:t>formulário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campo de entrada.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rPr dirty="0"/>
              <a:t>Uma </a:t>
            </a: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cálculo</a:t>
            </a:r>
            <a:r>
              <a:rPr dirty="0"/>
              <a:t> </a:t>
            </a:r>
            <a:r>
              <a:rPr dirty="0" err="1"/>
              <a:t>realizado</a:t>
            </a:r>
            <a:r>
              <a:rPr dirty="0"/>
              <a:t> com JavaScript.</a:t>
            </a:r>
            <a:endParaRPr lang="pt-BR" dirty="0"/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rPr lang="pt-BR"/>
              <a:t>Publicar no Github, disponibilizar o link ou enviar o arquivo compactado.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Ribeiro Neto</dc:creator>
  <cp:lastModifiedBy>Victor Ribeiro Neto</cp:lastModifiedBy>
  <cp:revision>2</cp:revision>
  <dcterms:created xsi:type="dcterms:W3CDTF">2026-09-23T14:42:54Z</dcterms:created>
  <dcterms:modified xsi:type="dcterms:W3CDTF">2026-09-23T14:44:16Z</dcterms:modified>
</cp:coreProperties>
</file>